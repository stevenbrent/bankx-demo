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X Account-Opening Demo —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form → Express API → Alloy sandbox, with outcome overridden for the demo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F1EEFB"/>
          </a:solidFill>
          <a:ln w="15875">
            <a:solidFill>
              <a:srgbClr val="7C5C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1051560"/>
            <a:ext cx="4956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B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shared/validation.js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FIELDS, validate(), normalize(), formatSsn()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for field rules — imported by both the React form and the Express route.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96012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7F7F5"/>
          </a:solidFill>
          <a:ln w="15875">
            <a:solidFill>
              <a:srgbClr val="9A9A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94576" y="1051560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B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(read server-side only)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ALLOY_WORKFLOW_TOKEN / SECRET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ALLOY_BASE_URL, ALLOY_MOCK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103120" cy="3657600"/>
          </a:xfrm>
          <a:prstGeom prst="roundRect">
            <a:avLst>
              <a:gd name="adj" fmla="val 3043"/>
            </a:avLst>
          </a:prstGeom>
          <a:solidFill>
            <a:srgbClr val="E7F0FD"/>
          </a:solidFill>
          <a:ln w="15875">
            <a:solidFill>
              <a:srgbClr val="2F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2560320"/>
            <a:ext cx="18470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C4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React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client/src/App.jsx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form from shared FIELDS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Pre-fills sample data; name_last left blank to choose the outcome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on change/blur via validateField()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submit: re-validates, then POSTs JSON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color-coded status card from the response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2103120" cy="3657600"/>
          </a:xfrm>
          <a:prstGeom prst="roundRect">
            <a:avLst>
              <a:gd name="adj" fmla="val 3043"/>
            </a:avLst>
          </a:prstGeom>
          <a:solidFill>
            <a:srgbClr val="E6F7F0"/>
          </a:solidFill>
          <a:ln w="15875">
            <a:solidFill>
              <a:srgbClr val="1F9E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2736" y="2560320"/>
            <a:ext cx="18470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6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server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server/index.js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/api/apply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Re-validates with validate() — never trusts the client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normalize()s the payload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submitEvaluation() + interpretOutcome()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built client/dist + index.html fallback in production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forwards raw Alloy errors to the browser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2468880"/>
            <a:ext cx="2103120" cy="3657600"/>
          </a:xfrm>
          <a:prstGeom prst="roundRect">
            <a:avLst>
              <a:gd name="adj" fmla="val 3043"/>
            </a:avLst>
          </a:prstGeom>
          <a:solidFill>
            <a:srgbClr val="FFF3E3"/>
          </a:solidFill>
          <a:ln w="15875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94576" y="2560320"/>
            <a:ext cx="18470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A3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 integration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server/alloy.js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submitEvaluation(applicant) → POST to Alloy (or mock, if ALLOY_MOCK=true)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interpretOutcome({name_first, name_last})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 is decided here by name_last — NOT by Alloy's actual response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"deny" → denied · "review" → review · anything else → approved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149840" y="2468880"/>
            <a:ext cx="1645920" cy="3657600"/>
          </a:xfrm>
          <a:prstGeom prst="roundRect">
            <a:avLst>
              <a:gd name="adj" fmla="val 3889"/>
            </a:avLst>
          </a:prstGeom>
          <a:solidFill>
            <a:srgbClr val="F4F0FF"/>
          </a:solidFill>
          <a:ln w="15875">
            <a:solidFill>
              <a:srgbClr val="6B4F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77856" y="2560320"/>
            <a:ext cx="13898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A3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 Sandbox API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(external, third-party)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/v1/evaluations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Basic-auth via workflow token/secret from env vars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flipV="1">
            <a:off x="1005840" y="2331720"/>
            <a:ext cx="0" cy="137160"/>
          </a:xfrm>
          <a:prstGeom prst="line">
            <a:avLst/>
          </a:prstGeom>
          <a:noFill/>
          <a:ln w="12700">
            <a:solidFill>
              <a:srgbClr val="7C5CD4"/>
            </a:solidFill>
            <a:prstDash val="dash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4114800" y="2331720"/>
            <a:ext cx="0" cy="137160"/>
          </a:xfrm>
          <a:prstGeom prst="line">
            <a:avLst/>
          </a:prstGeom>
          <a:noFill/>
          <a:ln w="12700">
            <a:solidFill>
              <a:srgbClr val="7C5CD4"/>
            </a:solidFill>
            <a:prstDash val="dash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7818120" y="2331720"/>
            <a:ext cx="0" cy="137160"/>
          </a:xfrm>
          <a:prstGeom prst="line">
            <a:avLst/>
          </a:prstGeom>
          <a:noFill/>
          <a:ln w="12700">
            <a:solidFill>
              <a:srgbClr val="9A9A90"/>
            </a:solidFill>
            <a:prstDash val="dash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468880" y="3712464"/>
            <a:ext cx="100584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514600" y="3529584"/>
            <a:ext cx="914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/api/apply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5175504"/>
            <a:ext cx="1005840" cy="0"/>
          </a:xfrm>
          <a:prstGeom prst="line">
            <a:avLst/>
          </a:prstGeom>
          <a:noFill/>
          <a:ln w="19050">
            <a:solidFill>
              <a:srgbClr val="1F9E6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514600" y="4992624"/>
            <a:ext cx="914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3712464"/>
            <a:ext cx="11887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623560" y="3529584"/>
            <a:ext cx="10972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submitEvaluation()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77840" y="5175504"/>
            <a:ext cx="1188720" cy="0"/>
          </a:xfrm>
          <a:prstGeom prst="line">
            <a:avLst/>
          </a:prstGeom>
          <a:noFill/>
          <a:ln w="19050">
            <a:solidFill>
              <a:srgbClr val="1F9E6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623560" y="4992624"/>
            <a:ext cx="10972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interpretOutcome()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69680" y="3712464"/>
            <a:ext cx="12801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915400" y="3529584"/>
            <a:ext cx="11887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/v1/evaluations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263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6373368"/>
            <a:ext cx="4572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536192" y="6263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/ call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6373368"/>
            <a:ext cx="457200" cy="0"/>
          </a:xfrm>
          <a:prstGeom prst="line">
            <a:avLst/>
          </a:prstGeom>
          <a:noFill/>
          <a:ln w="19050">
            <a:solidFill>
              <a:srgbClr val="1F9E6D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364992" y="6263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/ return value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94960" y="6373368"/>
            <a:ext cx="457200" cy="0"/>
          </a:xfrm>
          <a:prstGeom prst="line">
            <a:avLst/>
          </a:prstGeom>
          <a:noFill/>
          <a:ln w="12700">
            <a:solidFill>
              <a:srgbClr val="7C5CD4"/>
            </a:solidFill>
            <a:prstDash val="dash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5925312" y="6263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import / config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6263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the alloy-demo repository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X Account-Opening Demo — Architecture</dc:title>
  <dc:subject>PptxGenJS Presentation</dc:subject>
  <dc:creator>Steven Brent</dc:creator>
  <cp:lastModifiedBy>Steven Brent</cp:lastModifiedBy>
  <cp:revision>1</cp:revision>
  <dcterms:created xsi:type="dcterms:W3CDTF">2026-10-19T16:23:21Z</dcterms:created>
  <dcterms:modified xsi:type="dcterms:W3CDTF">2026-10-19T16:23:21Z</dcterms:modified>
</cp:coreProperties>
</file>